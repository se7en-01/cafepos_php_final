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(សេចក្តីផ្តើម): ជម្រាបសួរលោកគ្រូ អ្នកគ្រូ និងមិត្តភក្តិទាំងអស់គ្នា។ ថ្ងៃនេះក្រុមខ្ញុំមានកិត្តិយសក្នុងការធ្វើបទបង្ហាញអំពីគម្រោង Bong Heng Café POS &amp; Inventory Management System ដែលជាប្រព័ន្ធគ្រប់គ្រងការលក់ និងស្តុកហាងកាហ្វេទំនើប។ ក្រុមយើងមានសមាជិក ៤ នាក់...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(របៀបវារៈ): បទបង្ហាញរបស់យើងត្រូវបានបែងចែកជា ៤ ផ្នែកច្បាស់លាស់៖ ខ្ញុំនឹងបកស្រាយពីបញ្ហា និងស្ថាបត្យកម្មប្រព័ន្ធ, មិត្ត Speaker 2 បង្ហាញពីផ្ទាំងលក់ POS &amp; Table, មិត្ត Speaker 3 បកស្រាយពី Recipe BOM &amp; Auto-deduction, និងមិត្ត Speaker 4 បង្ហាញពី Purchases, Reports និង Pest Tests...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(បញ្ហាប្រឈម): បញ្ហាចម្បងក្នុងហាងកាហ្វេទូទៅសព្វថ្ងៃ គឺការបាត់បង់ស្តុកគ្រាប់កាហ្វេ និងទឹកដោះគោដោយមិនដឹងមូលហេតុ និងមិនដឹងថ្លៃដើមពិតក្នុងមួយកែវ។ ប្រព័ន្ធ Bong Heng Café ត្រូវបានបង្កើតឡើងដើម្បីដោះស្រាយបញ្ហាទាំងអស់នេះ...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(Tech Stack): យើងបានជ្រើសរើស Laravel 12 និង PHP 8.4 ដំណើរការលើ PostgreSQL ដែលផ្តល់នូវភាពរឹងមាំជាមួយ ACID Transactions និង Decimal Precision ៤ ខ្ទង់។ Frontend ប្រើ Tailwind CSS និង Alpine.js សម្រាប់ប្រតិបត្តិការលឿនគ្មាន Reload...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(Roles &amp; Permissions): ប្រព័ន្ធបែងចែកសិទ្ធិច្បាស់លាស់តាម RBAC៖ Admin មានសិទ្ធិពេញលេញលើស្តុក និងរបាយការណ៍ ចំណែក Barista អាចប្រើប្រាស់បានតែផ្ទាំង POS ប៉ុណ្ណោះ។ បន្ទាប់ទៅ សូមអញ្ជើញមិត្ត Speaker 2 បង្ហាញពីដំណើរការលក់ជាក់ស្តែង...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(POS Workflow): សូមអរគុណមិត្ត Speaker 1។ នេះជាផ្ទាំងបញ្ជាលក់ POS ដែលត្រូវបានរចនាសម្រាប់ Touch Screen ដំណើរការរហ័ស ងាយស្រួលជ្រើសរើសប្រភេទភេសជ្ជៈ និងមាន Product Variants ដូចជា Regular/Large, Hot/Iced...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(Table Management): សម្រាប់អតិថិជនញ៉ាំក្នុងហាង (Dine-In) យើងអាចជ្រើសរើសតុបានភ្លាមៗ។ តុទំនេរមានពណ៌បៃតង ពេល Checkout រួចនឹងប្តូរទៅជាពណ៌ក្រហម (Occupied)។ ចំណែកការខ្ចប់ទៅផ្ទះ (Takeaway) មិនបាច់ភ្ជាប់លេខតុឡើយ...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(Payments &amp; Receipt): ប្រព័ន្ធគាំទ្រទាំងសាច់ប្រាក់ Cash ជាមួយការគណនាប្រាក់អាប់ និងស្ដង់ដារជាតិ Bakong KHQR ដ៏ពេញនិយម។ ពេល Checkout រួច វិក្កយបត្រកម្ដៅ 80mm នឹងត្រូវបានបង្កើតឡើងភ្លាមៗ។ បន្ទាប់ទៅ សូមអញ្ជើញមិត្ត Speaker 3 បង្ហាញពីការកាត់ស្តុក...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(Recipe BOM): សូមអរគុណមិត្ត Speaker 2។ នៅក្នុងហាងកាហ្វេ យើងមិនលក់គ្រាប់កាហ្វេទេ តែលក់ Latte។ ដូច្នេះ រូបមន្ត Recipe BOM គឺជាស្នូលសំខាន់៖ ឧទាហរណ៍ Iced Latte ១ កែវ ប្រើគ្រាប់កាហ្វេ 18g, ទឹកដោះគោ 150ml, ស៊ីរ៉ូ 10ml, និងកែវ ១...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(Inventory Engine): បេះដូងនៃប្រព័ន្ធគឺ InventoryService៖ រាល់ការលក់ត្រូវបានរុំព័ទ្ធក្នុង DB::transaction()។ ប្រសិនបើមានបញ្ហា វានឹង Rollback មិនឱ្យបាត់ស្តុកឡើយ។ យើងមាន Duplicate Guard ការពារការកាត់ស្តុកជាន់គ្នា និងមាន Safe Unit Conversion...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(Costing &amp; Margins): ប្រព័ន្ធគណនាថ្លៃដើមគ្រឿងផ្សំ (COGS) និងបង្ហាញ Gross Profit Margin % លើផ្ទាំង Recipe ភ្លាមៗ ជួយឱ្យម្ចាស់ហាងដឹងថាក្នុងមួយកែវចំណេញបានប៉ុន្មានភាគរយ (ឧ. ៧៦.៥%)។ សូមអញ្ជើញមិត្ត Speaker 4 បន្ត...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(Purchases / GRN): សូមអរគុណមិត្ត Speaker 3។ នៅពេលទិញគ្រឿងផ្សំចូលស្តុក យើងបង្កើតប័ណ្ណទិញទំនិញ (GRN) ដោយកត់ត្រាអ្នកផ្គត់ផ្គង់, Batch Number និងថ្ងៃផុតកំណត់ (FIFO) ព្រមទាំងគណនាថ្លៃដើមជាមធ្យម...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(Stock Adjustments &amp; Waste): នៅក្នុងប្រតិបត្តិការជាក់ស្តែង តែងតែមានការខូចខាត។ ប្រព័ន្ធយើងអនុញ្ញាតឱ្យកត់ត្រា Waste (កំពប់/ខូច), Calibration Loss (កិនតេស្តកាហ្វេ), និង Recount (រាប់ស្តុកជាក់ស្តែង)...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(Reports &amp; Valuation): យើងមានរបាយការណ៍ Asset Valuation គណនាតម្លៃទ្រព្យស្តុកសរុបជាដុល្លារ ($), Batch Expiry តាមដានទំនិញជិតផុតកំណត់, និង Low Stock Alerts ជូនដំណឹងពេលស្តុកជិតអស់...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(Automated Testing): គុណភាពនៃគម្រោងត្រូវបានធានាដោយ Automated Tests ចំនួន ៦២ Tests តាមរយៈ Pest PHP ដែលឆ្លងកាត់ជោគជ័យ ១០០% (Passing Green) រួមទាំងការ Format កូដស្អាតជាមួយ Laravel Pint...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&amp; Team (សេចក្តីសន្និដ្ឋាន &amp; Live Demo): សរុបមក Bong Heng Café POS គឺជាប្រព័ន្ធពេញលេញ និងត្រឹមត្រូវតាមស្ដង់ដារអាជីវកម្មពិត។ ឥឡូវនេះ ពួកយើងសូមអញ្ជើញលោកគ្រូ អ្នកគ្រូ ទស្សនាការ Live Demo ជាក់ស្តែងនៅលើប្រព័ន្ធ...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FINAL CAPSTONE DEFENSE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Bong Heng Café POS</a:t>
            </a:r>
            <a:br/>
            <a:r>
              <a:t>ប្រព័ន្ធគ្រប់គ្រងការលក់ និងស្តុកហាងកាហ្វេ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Specialty Coffee Point of Sale &amp; Recipe-Driven Inventory Control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Speaker 1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សេចក្តីផ្តើម &amp; Tech Stack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Architecture, Roles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329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Speaker 2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POS &amp; ការទូទាត់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Touch UI, Tables &amp; Bakong KHQR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Speaker 3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រូបមន្ត &amp; កាត់ស្តុក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Recipe BOM, Costing &amp; Margins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2683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Speaker 4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ទិញចូល &amp; របាយការណ៍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GRN, Waste &amp; 62 Pest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មាតិកា និងរបៀបវារៈនៃបទបង្ហាញ (Agenda)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ការបែងចែកផ្នែក និងការទទួលខុសត្រូវរបស់សមាជិកទាំង ៤ នាក់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01 • Speaker 1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សេចក្តីផ្តើម &amp; ស្ថាបត្យកម្ម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បញ្ហាប្រឈមក្នុងហាងកាហ្វេ, Laravel 12 + PHP 8.4, PostgreSQL, និងការបែងចែកសិទ្ធិ (Admin vs Barista)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329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02 • Speaker 2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ដំណើរការលក់ (POS) &amp; ការទូទាត់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Touch POS UI, Product Variants, Table Management (Dine-in/Takeaway), និង Bakong KHQR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03 • Speaker 3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រូបមន្តភេសជ្ជៈ &amp; Auto-Deduction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Recipe BOM Architecture, InventoryService (Atomic DB Transaction), ការបំប្លែងខ្នាត, និង Margins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2683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04 • Speaker 4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ទិញចូល, របាយការណ៍ &amp; Testing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Purchases (GRN), ការកត់ត្រាខូចខាត (Waste), Asset Valuation, និង Pest 62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1 • PROBLEM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បញ្ហាប្រឈមជាក់ស្តែងក្នុងប្រតិបត្តិការហាងកាហ្វេ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ហេតុអ្វីបានជាអាជីវកម្មកាហ្វេត្រូវការប្រព័ន្ធស្វ័យប្រវត្តិនេះ?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📉 បាត់បង់ស្តុកដោយមិនដឹងខ្លួន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Inventory Shrinkage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គ្រាប់កាហ្វេ ទឹកដោះគោ និងស៊ីរ៉ូ ត្រូវបានប្រើប្រាស់លើសកម្រិត ឬកំពប់ខូចខាតដោយគ្មានការកត់ត្រាច្បាស់លាស់តាមកែវនីមួយៗ។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💲 មិនដឹងថ្លៃដើមពិតប្រាកដ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Unknown COGS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ម្ចាស់ហាងពិបាកកំណត់ថាក្នុងមួយកែវចំណាយថ្លៃគ្រឿងផ្សំអស់ប៉ុន្មាន ធ្វើឱ្យការគណនាប្រាក់ចំណេញខ្វះភាពសុក្រឹត។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⏳ ការទូទាត់ &amp; តុយឺតយ៉ាវ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Operational Bottleneck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ការគ្រប់គ្រងតុត្រូវកត់លើក្រដាស និងខ្វះការទូទាត់តាមស្ដង់ដារជាតិ (Bakong KHQR) ធ្វើឱ្យអតិថិជនរង់ចាំយូរ។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💡 ដំណោះស្រាយរួម: ប្រព័ន្ធលក់ POS ភ្ជាប់ស្វ័យប្រវត្តិនូវរាល់ការលក់ទៅកាន់រូបមន្ត Recipe BOM ដើម្បីកាត់ស្តុកគ្រាប់កាហ្វេ និងទឹកដោះគោតាម ml និង g ភ្លាមៗ។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1 • TECHNICAL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បច្ចេកវិទ្យា &amp; ស្ថាបត្យកម្មប្រព័ន្ធ (Technology Stack)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គ្រឹះបច្ចេកវិទ្យាកម្រិត Enterprise សម្រាប់ភាពធន់ និងល្បឿនលឿន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Laravel 12 (PHP 8.4)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Strict Types, Constructor Promotion, Service Container, និង DB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329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Database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PostgreSQL (ACID)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JSONB, decimal(10, 4) សម្រាប់គណនាថ្លៃដើមគ្រឿងផ្សំសុក្រឹតដល់ ៤ ខ្ទង់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Tailwind + Alpine.js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ចំណុចប្រទាក់ទំនើប (Dark Espresso &amp; Amber), ដំណើរការរហ័សគ្មាន Reload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26830" y="2011680"/>
            <a:ext cx="250317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Quality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Pest PHP (62 Tests)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Feature &amp; Unit Testing ១០០% ជោគជ័យ និង Format កូដស្អាតជាមួយ Pint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Client / Alpine.js ➔ CheckoutController ➔ InventoryService (DB Transaction) ➔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1 • SECURITY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ការបែងចែកសិទ្ធិប្រើប្រាស់ (Role-Based Access Control)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ការគ្រប់គ្រងសុវត្ថិភាព និងការបែងចែកតួនាទីបុគ្គលិក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👑 Administrator (អ្នកគ្រប់គ្រង)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Full System Access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គ្រប់គ្រងទំនិញ, Categories, និងរូបមន្តភេសជ្ជៈ (Recipes &amp; Costing)</a:t>
            </a:r>
            <a:br/>
            <a:r>
              <a:t>• គ្រប់គ្រងអ្នកផ្គត់ផ្គង់ និងការទិញចូល (Purchases / GRN)</a:t>
            </a:r>
            <a:br/>
            <a:r>
              <a:t>• កែសម្រួលស្តុក (Adjust/Waste) និងពិនិត្យរបាយការណ៍តម្លៃស្តុក</a:t>
            </a:r>
            <a:br/>
            <a:r>
              <a:t>• គ្រប់គ្រងគណនីបុគ្គលិក (Team Users) និងតុ (Tables)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☕ Barista (អ្នកឆុងកាហ្វេ &amp; លក់)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POS Operations Only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ដំណើរការលក់នៅបញ្ជរ (Fast Touch-friendly POS)</a:t>
            </a:r>
            <a:br/>
            <a:r>
              <a:t>• ជ្រើសរើសតុ (Dine-in) ឬខ្ចប់ទៅផ្ទះ (Takeaway)</a:t>
            </a:r>
            <a:br/>
            <a:r>
              <a:t>• ទទួលការទូទាត់ប្រាក់ Cash &amp; Bakong KHQR</a:t>
            </a:r>
            <a:br/>
            <a:r>
              <a:t>• ជាប់កម្រិត Middleware PreventBaristaAccess មិនអាចកែស្តុកបានឡើយ (403)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2 • POINT OF SALE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ផ្ទាំងបញ្ជាលក់ (Fast Touch-Friendly POS Interface)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ប្រតិបត្តិការបញ្ជាទិញរហ័ស ងាយស្រួល និងគ្មានការរអាក់រអួល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⚡ Fast Touch UI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Single-Page Experience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រចនាឡើងជាមួយ Alpine.js សម្រាប់អេក្រង់ Touch Screen បញ្ជាកុម្ម៉ង់រហ័ស និងរលូនដោយគ្មានការ Reload Page ឡើយ។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🏷️ Product Variants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ជម្រើសភេសជ្ជៈសម្បូរបែប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គាំទ្រជម្រើសទំហំ (Regular / Large) និងប្រភេទ (Hot / Iced)។ តម្លៃផ្លាស់ប្តូរស្វ័យប្រវត្តិតាម Variant និងភ្ជាប់ទៅកាន់រូបមន្តកាត់ស្តុក។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🛒 Auto Calculations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គណនាប្រាក់ស្វ័យប្រវត្តិ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គណនា Subtotal, Discount, និង Tax/VAT ដោយស្វ័យប្រវត្តិ ទាំងប្រាក់ដុល្លារ ($) និងប្រាក់រៀល (៛) តាមអត្រាប្តូរប្រាក់បច្ចុប្បន្ន។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2 • DINING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ការគ្រប់គ្រងតុ (Dine-In vs Takeaway Table Management)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ការបែងចែកបទពិសោធន៍ទទួលទានក្នុងហាង និងការខ្ចប់ទៅផ្ទះ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🟢 Dine-In (ញ៉ាំក្នុងហាង)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Table Selection &amp; Occupancy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ជ្រើសរើសលេខតុតាមប្លង់ជាក់ស្តែង</a:t>
            </a:r>
            <a:br/>
            <a:r>
              <a:t>• ស្ថានភាពតុច្បាស់លាស់: Available (ទំនេរ 🟢) vs Occupied (មានភ្ញៀវ 🔴)</a:t>
            </a:r>
            <a:br/>
            <a:r>
              <a:t>• នៅពេល Checkout ជោគជ័យ ប្រព័ន្ធប្តូរស្ថានភាពតុទៅជា 'Occupied' ដោយស្វ័យប្រវត្តិ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🟡 Takeaway (ខ្ចប់ទៅផ្ទះ)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Grab &amp; Go Workflow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សម្រាប់អតិថិជនមកទិញយកទៅផ្ទះ</a:t>
            </a:r>
            <a:br/>
            <a:r>
              <a:t>• រំលងការជ្រើសរើសតុដោយស្វ័យប្រវត្តិ (Bypasses Table Selection)</a:t>
            </a:r>
            <a:br/>
            <a:r>
              <a:t>• បង្ហាញលើវិក្កយបត្រយ៉ាងច្បាស់ថាជាការខ្ចប់ទៅផ្ទះ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2 • SETTLEMENTS &amp; 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ការទូទាត់ប្រាក់ (Cash &amp; Bakong KHQR) និងវិក្កយបត្រ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គាំទ្រវិធីសាស្ត្រទូទាត់តាមស្ដង់ដារជាតិ និងទំនើបកម្ម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💵 សាច់ប្រាក់ (Cash)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គណនាប្រាក់អាប់ស្វ័យប្រវត្តិ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វាយចំនួនប្រាក់ទទួលពីអតិថិជន -&gt; ប្រព័ន្ធគណនាប្រាក់អាប់ជូនភ្លាមៗទាំងប្រាក់ដុល្លារ ($) និងប្រាក់រៀល (៛)។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🇰🇭 Bakong KHQR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ស្ដង់ដារធនាគារជាតិនៃកម្ពុជា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បង្កើត Dynamic QR Code តាមស្ដង់ដារ NBC Bakong អតិថិជនស្កេនទូទាត់តាម App ធនាគារណាក៏បាន (ABA, ACLEDA, Canadia, etc.)។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🧾 វិក្កយបត្រ (Receipt)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Thermal Receipt 80mm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ទម្រង់វិក្កយបត្រកម្ដៅបង្ហាញឈ្មោះហាង, កាលបរិច្ឆេទ, លេខតុ, បញ្ជីមុខទំនិញ, ពន្ធ, និង QR Code សម្រាប់ផ្ទៀងផ្ទាត់។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3 • INVENTORY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ស្ថាបត្យកម្មរូបមន្ត (Recipe BOM Architecture)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ស្ពានភ្ជាប់រវាងការលក់ភេសជ្ជៈ និងការកាត់ស្តុកគ្រឿងផ្សំ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☕ Product to Ingredients Mapping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រូបមន្ត Iced Latte Large (1 កែវ)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Coffee Beans = 18.0 g</a:t>
            </a:r>
            <a:br/>
            <a:r>
              <a:t>• Fresh Milk = 150.0 ml</a:t>
            </a:r>
            <a:br/>
            <a:r>
              <a:t>• Vanilla Syrup = 10.0 ml</a:t>
            </a:r>
            <a:br/>
            <a:r>
              <a:t>• Paper Cup, Lid &amp; Straw = 1.0 pcs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📦 ផលជះលើស្តុកពេលលក់ (Deduction Impact)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Real-Time Inventory Impact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លក់បាន ១ កែវ ➔ កាត់កាហ្វេ -18g, ទឹកដោះគោ -150ml</a:t>
            </a:r>
            <a:br/>
            <a:r>
              <a:t>• លក់បាន ២ កែវ ➔ កាត់កាហ្វេ -36g, ទឹកដោះគោ -300ml</a:t>
            </a:r>
            <a:br/>
            <a:r>
              <a:t>• ស្តុកត្រូវបានកាត់តាមខ្នាតជាក់ស្តែងយ៉ាងសុក្រឹត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Product (Latte) ➔ Variant (Iced Large) ➔ Recipe (BOM) ➔ Raw Ingredients (g, ml, pcs)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3 • CORE DEDUCTION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សេវាកម្មកាត់ស្តុកកណ្តាល (InventoryService Engine)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បេះដូងនៃប្រព័ន្ធគ្រប់គ្រង និងកាត់ស្តុកស្វ័យប្រវត្តិ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🛡️ Atomic DB Transaction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DB::transaction()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រាល់ការលក់ និងកាត់ស្តុករុំព័ទ្ធក្នុង Transaction តែមួយ។ ប្រសិនបើមានបញ្ហា Error កណ្តាលទី វានឹង Rollback ភ្លាម មិនឱ្យខូចស្តុកឡើយ។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🔒 Duplicate Guard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inventory_deducted_at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ការពារការកាត់ស្តុកជាន់គ្នាដាច់ខាត ប្រសិនបើ Order ត្រូវបានកាត់រួចហើយ ប្រព័ន្ធនឹង Return ភ្លាមៗ ទោះបីចុចប៊ូតុង ២ ដងក៏ដោយ។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⚖️ Safe Unit Conversion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convertUnits() Engine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បំប្លែងខ្នាតដោយសុវត្ថិភាព ឧទាហរណ៍ ស្តុកមានជា គីឡូក្រាម (kg) តែរូបមន្តប្រើជា ក្រាម (g) វានឹងបំប្លែងដោយស្វ័យប្រវត្តិ។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3 • PROFITABILITY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ការគណនាថ្លៃដើម (COGS) និង Gross Margin %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ការកំណត់តម្លៃលក់ និងការតាមដានផលចំណេញជាក់ស្តែង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Line Cost Calculation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រូបមន្តគណនាថ្លៃដើមគ្រឿងផ្សំ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Line Cost = Recipe Quantity × Ingredient Average Cost</a:t>
            </a:r>
            <a:br/>
            <a:br/>
            <a:r>
              <a:t>គណនាថ្លៃដើមគ្រឿងផ្សំនីមួយៗដែលប្រើក្នុងរូបមន្ត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Gross Margin % Calculation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រូបមន្តគណនាភាគរយចំណេញដុល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Gross Margin % = ((Selling Price - Total Cost) / Selling Price) × 100</a:t>
            </a:r>
            <a:br/>
            <a:br/>
            <a:r>
              <a:t>បង្ហាញភាគរយចំណេញភ្លាមៗលើផ្ទាំង Recipe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ឧទាហរណ៍ជាក់ស្តែង: Iced Latte Large | Selling Price: $3.50 | Recipe Cost: $0.82 | Gross Margin: 76.5%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4 • SUPPLY CHAIN &amp; RECEIVING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ការទិញទំនិញចូលស្តុក (Goods Received Notes - GRN)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ការគ្រប់គ្រងការនាំចូលស្តុក និងថ្លៃដើមមធ្យម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🏢 Supplier Management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គ្រប់គ្រងអ្នកផ្គត់ផ្គង់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កត់ត្រាឈ្មោះក្រុមហ៊ុន លេខទូរស័ព្ទ អ៊ីមែល និងអាសយដ្ឋាន ដើម្បីងាយស្រួលទំនាក់ទំនងបញ្ជាទិញម្តងទៀត។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📦 Batch Number &amp; Expiry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ការតាមដាន FIFO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រាល់ការទិញចូលតម្រូវឱ្យកត់ត្រាលេខបាច់ (Batch #) និងថ្ងៃផុតកំណត់ ដើម្បីអនុវត្តគោលការណ៍ First-In, First-Out។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📊 Weighted Moving Average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ថ្លៃដើមជាមធ្យម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គណនាថ្លៃដើមជាមធ្យមដោយស្វ័យប្រវត្តិនូវរាល់ពេលទំនិញថ្មីចូលមកក្នុងតម្លៃខុសពីមុន។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New Avg Cost = [(Old Stock × Old Avg Cost) + (New Purchase Qty × New Unit Cost)] / [Old Stock + New Purchase Qty]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4 • STOCK AUDITING &amp;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ការកែសម្រួលស្តុក និងការខូចខាត (Adjustments &amp; Waste)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គ្រប់គ្រងការបាត់បង់ និងការខូចខាតជាក់ស្តែងក្នុងហាង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🗑️ Waste / Spoilage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ការខូចខាត / ផុតកំណត់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សម្រាប់ទឹកដោះគោកំពប់, គ្រាប់កាហ្វេហួសកំណត់, ឬការឆុងខុស (កាត់ចេញពីស្តុកជាបន្ទាន់)។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⚙️ Calibration Loss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ការកិនតេស្តកាហ្វេ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ការកិនគ្រាប់កាហ្វេតេស្តម៉ាស៊ីន (Dial-in Espresso) រៀងរាល់ព្រឹក ដើម្បីធានារសជាតិកាហ្វេឆ្ងាញ់។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📋 Stocktake Recount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ការរាប់ស្តុកជាក់ស្តែង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ការរាប់ស្តុកជាក់ស្តែងប្រចាំខែ (Variance Adjustment) ដើម្បីតម្រឹមចំនួនក្នុងប្រព័ន្ធឱ្យស្មើនឹងរបស់ពិត។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⚡ មានប៊ូតុង 1-Click Reason Presets ជួយឱ្យបុគ្គលិកចុចកត់ត្រាមូលហេតុបានរហ័ស មិនបាច់វាយអក្សរច្រើន។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4 •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របាយការណ៍ស្តុក &amp; ការវិភាគ (Inventory Analytics)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ការតាមដានសុខភាពអាជីវកម្មតាមពេលវេលាជាក់ស្តែង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💰 Asset Valuation Report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តម្លៃទ្រព្យស្តុកសរុប ($)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គណនាតម្លៃទ្រព្យសរុបនៃគ្រាប់កាហ្វេ និងគ្រឿងផ្សំទាំងអស់ដែលមានក្នុងហាងជាទឹកប្រាក់ដុល្លារ ($) តាម Weighted Average Cost។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⏰ Batch Expiry Tracking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ការតាមដានថ្ងៃផុតកំណត់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តាមដានគ្រឿងផ្សំណាខ្លះដែលផុតកំណត់ ឬជិតផុតកំណត់ក្នុងរង្វង់ ៧ ថ្ងៃ ដើម្បីឱ្យបុគ្គលិកប្រញាប់ប្រើប្រាស់មុន។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🔔 Low Stock Alerts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ការជូនដំណឹងស្តុកទាប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ជូនដំណឹងពណ៌លឿងភ្លាមៗពេលគ្រឿងផ្សំណាធ្លាក់ចុះក្រោម Reorder Point ជួយកុំឱ្យដាច់ស្តុកពេលភ្ញៀវច្រើន។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SPEAKER 4 • SOFTWARE QUALITY &amp;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ការធានាគុណភាពកូដ (Automated Pest Tests)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៦២ Automated Tests ឆ្លងកាត់ជោគជ័យ ១០០% (Passing Green)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🧪 Pest PHP Test Suite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62 / 62 Tests Passing (100%)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Tests\Feature\InventoryServiceTest (កាត់ស្តុក &amp; បំប្លែងខ្នាត)</a:t>
            </a:r>
            <a:br/>
            <a:r>
              <a:t>• Tests\Feature\StockManagementTest (Stock In &amp; Adjust)</a:t>
            </a:r>
            <a:br/>
            <a:r>
              <a:t>• Tests\Feature\TableManagementTest (Dine-in &amp; តុ)</a:t>
            </a:r>
            <a:br/>
            <a:r>
              <a:t>• Tests\Feature\PosTest (Checkout &amp; Cart Calculations)</a:t>
            </a:r>
            <a:br/>
            <a:r>
              <a:t>• Tests\Feature\AdminManagementTest (Roles &amp; Permissions)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011680"/>
            <a:ext cx="523494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✨ Laravel Pint Code Style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PSR-12 Standard Clean Code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• កូដទាំងអស់ត្រូវបាន Format តាមស្ដង់ដារស្អាតឥតខ្ចោះ</a:t>
            </a:r>
            <a:br/>
            <a:r>
              <a:t>• គ្មាន Syntax Error ឬ Linting Warning ឡើយ</a:t>
            </a:r>
            <a:br/>
            <a:r>
              <a:t>• ធានាថាការលក់ និងកាត់ស្តុកគ្មាន Bug ឡើយ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🟢 Result: 62 passed, 195 assertions • 100% Green Test Suite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Plus Jakarta Sans"/>
              </a:defRPr>
            </a:pPr>
            <a:r>
              <a:t>TEAM PRESENTATION • CONCLUSION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Kantumruy Pro"/>
              </a:defRPr>
            </a:pPr>
            <a:r>
              <a:t>សេចក្តីសន្និដ្ឋាន &amp; បើកដំណើរការ Live Demo</a:t>
            </a:r>
          </a:p>
          <a:p>
            <a:pPr>
              <a:defRPr sz="1200">
                <a:solidFill>
                  <a:srgbClr val="A8A29E"/>
                </a:solidFill>
                <a:latin typeface="Kantumruy Pro"/>
              </a:defRPr>
            </a:pPr>
            <a:r>
              <a:t>Bong Heng Café POS — ដំណោះស្រាយកម្រិត Enterprise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☕ លក់រហ័ស (Fast POS)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Touch-friendly UI &amp; Bakong KHQR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ប្រតិបត្តិការលក់រហ័ស ងាយស្រួលប្រើប្រាស់ គាំទ្រតុ និងការទូទាត់ជាតិ។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📦 ស្តុកស្វ័យប្រវត្តិ (Smart Inventory)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Recipe BOM &amp; Moving Avg Cost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កាត់ស្តុកគ្រាប់កាហ្វេ និងគ្រឿងផ្សំភ្លាមៗ គណនាថ្លៃដើម និងចំណេញសុក្រឹត។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011680"/>
            <a:ext cx="3413760" cy="3474720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3C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Kantumruy Pro"/>
              </a:defRPr>
            </a:pPr>
            <a:r>
              <a:t>🛡️ គុណភាពខ្ពស់ (Enterprise Rigor)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Kantumruy Pro"/>
              </a:defRPr>
            </a:pPr>
            <a:r>
              <a:t>Atomic Transactions &amp; 62 Tests</a:t>
            </a:r>
          </a:p>
          <a:p>
            <a:pPr>
              <a:defRPr sz="1000">
                <a:solidFill>
                  <a:srgbClr val="D6D3D1"/>
                </a:solidFill>
                <a:latin typeface="Kantumruy Pro"/>
              </a:defRPr>
            </a:pPr>
            <a:r>
              <a:t>ការពារទិន្នន័យដោយសុវត្ថិភាព គ្មានការកាត់ស្តុកជាន់គ្នាឡើយ។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2622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Kantumruy Pro"/>
              </a:defRPr>
            </a:pPr>
            <a:r>
              <a:t>🙏 សូមអរគុណលោកគ្រូ អ្នកគ្រូ និងគណៈកម្មការទាំងអស់គ្នា! ក្រុមយើងខ្ញុំត្រៀមខ្លួនរួចរាល់សម្រាប់ការសួរសំណួរ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